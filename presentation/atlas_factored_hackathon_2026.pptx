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 clearer path from card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to a verified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Credit-card product information,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human-review handoff in Spanish and Portuguese.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CUSTOMER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Help a prospective card customer decide with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customer can ask natural questions, compare cards, request a simulated precheck, or ask for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79552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57400"/>
            <a:ext cx="1064361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Goal: answer prospective card questions with grounded facts,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then verify every action the agent claims it took.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971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76F70"/>
                </a:solidFill>
                <a:latin typeface="Arial"/>
              </a:rPr>
              <a:t>SUPPLIED DATA  /  WHY WE USE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33756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52044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Campaigns + sends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048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MARKETING_CAMPAIGNS + CAMPAIGN_SENDS: 52 generic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credit campaigns; interest and entry context, not sales.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461772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80060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Customers +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512064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CUSTOMERS + PRODUCTS: local scenario profiles, country,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score, income estimate, and existing holdings.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33756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08776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52044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Service agents + transcripts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4048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SERVICE_AGENTS: language-based mock routing.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CALL_TRANSCRIPTS: Spanish tone, not 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61772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8776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80060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Team-created demo assets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12064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Four offer terms, synthetic policy, fictional public fixtures,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new chat events, and mock application/handoff records.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6044184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17780"/>
                </a:solidFill>
                <a:latin typeface="Arial"/>
              </a:rPr>
              <a:t>Evidence boundary: 1.75M sends and 97.8K clicks cover all supplied campaigns; neither proves card acquisition or chatbot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real conversation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What this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shows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Maintains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Answers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Displays source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fact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output; not a 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Claude routes and answers; the service controls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bounded intent choice comes before service-owned policy, consent, and durable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fixture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HTTPS API + 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Protected review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Conversation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Haiku: bounded intent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Service validates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DynamoDB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Sessions + quota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Actions +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Product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Sonnet + versioned public facts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Citations checked; unknown → offer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Deterministic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Fixture-bound suggestions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Consented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The model cannot approve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actions + reviewer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Confirmation → write once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Boundaries: no private profile in model requests  ·  secrets in AWS SSM  ·  sanitized CloudWatch logs  ·  no bank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MEASURED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87 automated tests passed; 7 of 8 live flows met expectations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Current 4 October build · The two-card cheaper comparison remains an open failure.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Product facts +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Benefits and monthly fee answered together with facts.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'This card' kept Horizon. A two-card cheaper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failed to clarify its price reference.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Intent + 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Negation then application reached card-specific consent.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An unnamed other card triggered card choice. Declined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precheck never created an application by itself.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Profile + service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Student suggestion named fixture and unverified status.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Existing-card cancellation was refused. A second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application was blocked before another precheck.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Dated evidence + capacity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Current build: 87 local tests; 7/8 live smoke flows.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Earlier rehearsal: 12 entry paths, 3 application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read-backs, 24 HTTP requests from six visitors.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650992"/>
            <a:ext cx="11173968" cy="502920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06440"/>
            <a:ext cx="10744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Separate, noncumulative checks  ·  400 model attempts/day cap  ·  No independent bilingual review or peak load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What changes before a customer can rely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prototype proves a workflow; a banking deployment needs approved data, live operations, and independent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Approved products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Replace demo offers and thresholds with governed,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versioned bank terms and credit policy; legal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Identity + data permissions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Real customer authentication, consent,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account data, ownership checks, and retention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Live human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Agent availability, queue ownership, employee inbox,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SLA, and escalation outcomes.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held-out evaluation, 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testing, capacity/cost budgets, monitoring, and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Now: a working, public judge prototype with verified simulated actions.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