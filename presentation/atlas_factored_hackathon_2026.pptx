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Claude routes and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bounded intent choice comes before service-owned policy, consent,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Haiku: bounded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Service validates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87 automated tests passed; 7/8 live flows met expectations*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Current 4 October build · agent-run production smoke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answered together with facts.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Horizon. A two-card cheaper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failed to clarify its price reference.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Negation then application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triggered card choice. Declined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never created an application by itself.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fixture and unverified status.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Existing-card cancellation was refused. A second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application was blocked before another precheck.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Dated evidence +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Current build: 87 local tests; 7/8* live smoke flows.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Earlier rehearsal: 12 entry paths, 3 application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read-backs, 24 HTTP requests from six visitors.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513832"/>
            <a:ext cx="11173968" cy="74066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605272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12B38"/>
                </a:solidFill>
                <a:latin typeface="Arial"/>
              </a:rPr>
              <a:t>* After Rewards and Summit, 'a cheaper one' (PT: 'um mais barato') did not trigger a question about the reference card.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815584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112B38"/>
                </a:solidFill>
                <a:latin typeface="Arial"/>
              </a:rPr>
              <a:t>It listed alternatives; a separate 'cheaper than Rewards' answer even included the more expensive Summit.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053328"/>
            <a:ext cx="10744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76F70"/>
                </a:solidFill>
                <a:latin typeface="Arial"/>
              </a:rPr>
              <a:t>Separate, noncumulative checks  ·  400 model attempts/day cap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