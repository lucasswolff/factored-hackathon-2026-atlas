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The model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server-owned state machine separates conversation from policy, permissions,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Active card +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 + confirmation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Versioned facts → Claude when needed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OPERATING DISCIPLINE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Built with controlled actions and a safe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deployed demo keeps customer data, model answers, and verified actions within distinct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Security + 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Public app has fictional fixtures; server-bound sessions.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Reviewer code is separate. Secrets stay in SSM; no raw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organizer customer rows are sent to Claude.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Reliability +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12/12 journey checks; 3/3 mock application read-backs.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Idempotent writes and safe model fallback. CloudWatch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records sanitized route/status metrics and alarms.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Scalability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Lambda + on-demand DynamoDB keep compute and state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separate. Shared sessions support concurrent requests.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Six-visitor check: 24/24 requests; no peak load test.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Human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Unanswered questions offer human review. After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confirmation, the same chat and verified context are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stored with a roster assignee; the bot pauses.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650992"/>
            <a:ext cx="11173968" cy="502920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06440"/>
            <a:ext cx="10744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1">
                <a:solidFill>
                  <a:srgbClr val="176F70"/>
                </a:solidFill>
                <a:latin typeface="Arial"/>
              </a:rPr>
              <a:t>Prototype boundary: the roster does not show live availability, and no employee reply or bank decision is connected.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